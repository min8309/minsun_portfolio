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그림을 발견하고, 공간과 일상으로 연결하는 React 웹 경험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사이트 화면과 문구를 바탕으로 정리한 서비스 목적입니다.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아래 대상과 목표는 화면에서 해석한 기획 가설이며 측정된 성과가 아닙니다.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주요 경로는 구현되어 있고 최종 구매·인증 처리는 시연 수준입니다.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현재 분석 범위는 정적 파일로 배포되는 브라우저 앱입니다.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정확한 패키지 버전과 개발 환경 설정은 현재 저장소만으로 확정하지 않습니다.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구현된 경로를 정리했습니다. 개발 원본의 컴포넌트 파일명은 확인되지 않습니다.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모든 코드 예제는 빌드 코드의 동작을 읽기 쉽게 재구성한 것입니다.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아트굿즈 배너는 5초 주기이며 메인 배너는 별도의 4초 주기입니다.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아이폰·갤럭시 선택과 세부 기종을 서로 연결합니다.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옵션 미선택 시 총 상품금액은 0원으로 표시됩니다.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상품 썸네일의 hover·focus·click이 대표 이미지를 바꿉니다.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다른 상품으로 이동할 때 선택 값과 화면 위치를 초기화합니다.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작품 상세는 이미지·공간·배경색 등의 선택 상태를 보유합니다.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발표에서는 화면상 동작을 실제 거래·인증 처리로 설명하지 않습니다.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현재 코드·파일에서 확인한 사항과 추가 점검 대상을 나눕니다.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참고 PDF의 테스트 통과 수치는 이 프로젝트에 적용하지 않습니다.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현재 상태를 기준으로 제안하는 향후 작업이며 완료 사항이 아닙니다.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현재 실행 환경에서 브라우저 검증을 완료하지 않았으므로 발표 전 확인이 필요합니다.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https://github.com/Min8309/Min8309.github.io/blob/5b25031936547bbd71c9a26cf28d9839fbf4e926/static/js/main.e1ecce0f.js</a:t>
            </a:r>
          </a:p>
          <a:p>
            <a:r>
              <a:t>문서 구성은 첨부 자료를, 사이트 기술 사실은 저장소 코드를 기준으로 작성했습니다.</a:t>
            </a:r>
          </a:p>
          <a:p>
            <a:r>
              <a:t>코드 예제는 빌드 코드의 동작 재구성이며 원본 소스 발췌가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PROJECT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오픈갤러리 UI 구현 포트폴리오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그림을 발견하고, 공간과 일상으로 연결하는 React 웹 경험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그림 렌탈 · 아트테크 · 아트굿즈를 탐색하는 프런트엔드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React UI / 클라이언트 라우팅 / 상태 기반 인터랙션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기존 공개 저장소의 빌드 코드를 분석한 기술 발표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01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기획 의도 | 작품 탐색에서 상품 선택까지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사이트 화면과 문구를 바탕으로 정리한 서비스 목적입니다.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발견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메인 배너와 작품 카드로 그림과 상품을 접합니다.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작품 정보와 공간 미리보기로 선택을 돕습니다.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굿즈 상세에서 이미지·기종·수량·금액을 확인합니다.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01 / WHO &amp;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대상과 목표 | 예술을 일상에서 만나는 사용자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아래 대상과 목표는 화면에서 해석한 기획 가설이며 측정된 성과가 아닙니다.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개인 · 공간 이용자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인테리어와 그림 렌탈을 탐색하는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작품 · 굿즈 관심자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작품 정보와 폰케이스 등 아트굿즈를 비교하는 사용자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향후 확인할 지표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상세 진입률 / 옵션 선택 완료율 / 상담 버튼 클릭률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02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사용 흐름 | 탐색 → 상세 → 선택 → 행동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주요 경로는 구현되어 있고 최종 구매·인증 처리는 시연 수준입니다.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01 탐색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메인 / 아트테크 / 아트굿즈 목록으로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02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작품 상세 또는 상품 상세에서 정보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03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공간·배경 또는 상품 기종·수량을 선택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04 행동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상담·구매·장바구니 등 버튼 조작 — 실제 서비스 연결은 별도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기술 구조 | 데이터와 상태가 화면을 바꾸다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현재 분석 범위는 정적 파일로 배포되는 브라우저 앱입니다.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정적 진입점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index.html → JS·CSS 번들 로드 → #root에 React 렌더링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화면 전환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React Router → URL 경로에 맞는 페이지 렌더링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화면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번들 내부 작품·상품 배열 → find / filter / 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사용자 조작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이벤트 → useState 변경 → 파생 금액·선택 이미지 재렌더링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02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핵심 기술 | 기술 선택을 화면 동작으로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정확한 패키지 버전과 개발 환경 설정은 현재 저장소만으로 확정하지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React · React 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컴포넌트 구성, createRoot, StrictMode, useState·useEffect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React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Routes·Route·Link 및 경로 파라미터로 화면과 상세 ID 연결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JavaScript ·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배열 기반 목록, 조건부 UI, Grid·Flex·hover·sticky 스타일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정적 배포 파일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해시가 포함된 번들, asset-manifest.json, 이미지 디렉터리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02 / ROUTE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화면 구조 | 여섯 경로로 구성된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구현된 경로를 정리했습니다. 개발 원본의 컴포넌트 파일명은 확인되지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메인 — 배너·작품·후기 등 소개 섹션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/art-tech · /artwork/:id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아트테크 목록 / 작품 상세와 공간 미리보기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/goods · /goods/:id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아트굿즈 목록 / 상품 옵션과 금액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로그인 입력 화면 — 인증 서버 연동은 확인되지 않음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라우팅 | 주소와 상세 데이터를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모든 코드 예제는 빌드 코드의 동작을 읽기 쉽게 재구성한 것입니다.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{ id } = useParams();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product = products.find(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item =&gt; item.id === Number(id)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if (!product)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return &lt;div&gt;상품을 찾을 수 없습니다.&lt;/div&gt;;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문자열 URL 파라미터를 숫자로 변환하고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ID로 상품 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선택한 상품 상세를 표시하고 없는 ID는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ID는 고유해야 합니다. 상품 배열에 id: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3 중복이 확인됩니다.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배너 | 자동 전환과 정지 상태를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아트굿즈 배너는 5초 주기이며 메인 배너는 별도의 4초 주기입니다.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useEffect(() =&gt;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if (paused) return;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const timer = setInterval(() =&gt;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  setIndex(i =&gt;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    i === slides.length - 1 ? 0 : i + 1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  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}, 5000);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return () =&gt; clearInterval(timer);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}, [paused]);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마지막 배너에서 첫 배너로 순환하고 타이머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굿즈 배너에 마우스를 올리면 자동 전환 일시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정지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정지·재개와 언마운트 시 타이머 누적을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방지합니다.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상품 옵션 | 상위 선택이 하위 선택을 초기화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아이폰·갤럭시 선택과 세부 기종을 서로 연결합니다.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[device, setDevice] = useState("");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[model, setModel] = useState("");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function changeDevice(value)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setDevice(value);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setModel("");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}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// 세부 기종 select는 !device일 때 disabled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기기 종류 변경 시 기존 기종을 비우고 옵션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목록 변경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기기와 맞지 않는 이전 기종이 남는 상황을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줄임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연관 입력은 초기화 조건과 활성화 조건을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함께 둡니다.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수량과 금액 | 상태에서 계산 결과를 도출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옵션 미선택 시 총 상품금액은 0원으로 표시됩니다.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[quantity, setQuantity] = useState(1);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total = device &amp;&amp; model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? product.price * quantity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: 0;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decrease = () =&gt;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setQuantity(q =&gt; q &gt; 1 ? q - 1 : 1);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const increase = () =&gt; setQuantity(q =&gt; q + 1);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// 표시: total.toLocaleString() + "원"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수량 최솟값 1을 보장하고 옵션·수량에서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총액 산출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수량 조절 즉시 가격 표시 변경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가격은 별도 상태로 중복 저장하지 않는 파생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값입니다.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이미지 선택 | 마우스·키보드 입력을 함께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상품 썸네일의 hover·focus·click이 대표 이미지를 바꿉니다.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&lt;button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onMouseEnter={() =&gt; setImage(src)}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onFocus={() =&gt; setImage(src)}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onClick={() =&gt; setImage(src)}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&gt;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&lt;img src={src} alt={product.title} /&gt;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&lt;/button&gt;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세 가지 입력 경로에서 같은 이미지 상태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갱신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마우스를 올리거나 키보드 포커스로 이미지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대표 이미지와 선택 상태를 한 상태 값에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연결합니다.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CODE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상세 전환 | 이전 상품의 상태를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다른 상품으로 이동할 때 선택 값과 화면 위치를 초기화합니다.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6858000" cy="3474720"/>
          </a:xfrm>
          <a:prstGeom prst="rect">
            <a:avLst/>
          </a:prstGeom>
          <a:solidFill>
            <a:srgbClr val="142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FFFF"/>
                </a:solidFill>
                <a:latin typeface="Noto Sans CJK KR"/>
              </a:defRPr>
            </a:pPr>
            <a:r>
              <a:t>동작 재구성 예제 · JavaScript / JSX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useEffect(() =&gt; {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window.scrollTo(0, 0);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if (!product) return;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setImage(product.mainImage);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setQuantity(1);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setDevice("");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setModel("");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  setLiked(false);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Noto Sans CJK KR"/>
              </a:defRPr>
            </a:pPr>
            <a:r>
              <a:t>}, [product, id]);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6771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구현 내용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1518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경로·상품 변경 시 이미지·수량·옵션·찜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초기화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364991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사용자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12463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이전 상품 선택이 다음 상품 화면에 남지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462272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BE6D48"/>
                </a:solidFill>
                <a:latin typeface="Noto Sans CJK KR"/>
              </a:defRPr>
            </a:pPr>
            <a:r>
              <a:t>설계 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80974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찜 상태는 컴포넌트 상태이며 영구 저장</a:t>
            </a:r>
          </a:p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기능이 아닙니다.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79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85F"/>
                </a:solidFill>
                <a:latin typeface="Noto Sans CJK KR"/>
              </a:defRPr>
            </a:pPr>
            <a:r>
              <a:t>구현 근거: main.e1ecce0f.js · 5b25031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03 /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작품 미리보기 | 공간과 배경을 선택하는 경험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작품 상세는 이미지·공간·배경색 등의 선택 상태를 보유합니다.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작품 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작품 가격·렌탈 가격·크기·재료·제작 연도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공간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다이닝룸·아이방 등 배경 이미지와 배치 좌표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미리보기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선택 이미지·배경색·공간 인덱스 등으로 화면 갱신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확인 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AR·실측 크기 보정·실제 설치 효과는 검증되지 않음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04 / IMPLEMENTATION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구현 범위 | 화면 동작과 서비스 연결을 구분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발표에서는 화면상 동작을 실제 거래·인증 처리로 설명하지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구현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페이지 라우팅 / 배너 / 썸네일 / 옵션 / 수량 / 총액 / 찜 토글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시연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로그인 submit은 알림 후 메인 이동; 구매·장바구니도 알림 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연결 미확인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실제 인증·OAuth / 결제 / 주문 저장 / 회원가입 완료 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데이터 성격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가격·작품 수 등 화면 문구는 실시간 API 성과 수치가 아님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04 /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개선 과제 | 탐색 흐름의 빈틈부터 보완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현재 코드·파일에서 확인한 사항과 추가 점검 대상을 나눕니다.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ID 중복 —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상품 id: 3 중복 → 고유 ID 부여 및 상세 연결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회원가입 —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/signup 링크에 대응하는 라우트 누락 → 가입 화면·경로 추가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기본 메타데이터 —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React App·기본 description·lang=en → 사이트 정보·ko 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반응형·접근성 — 점검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고정 폭 레이아웃, 모바일 가로 넘침, 메뉴·배너 키보드 조작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04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검증 | 확인한 근거와 남은 확인을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참고 PDF의 테스트 통과 수치는 이 프로젝트에 적용하지 않습니다.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수행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공개 저장소 목록·index·manifest·JS·CSS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수행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별도 실행용으로 정리한 번들의 node --check 문법 검사 통과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미수행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원본 개발 프로젝트 빌드·단위 테스트 — src·package.json 부재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미확인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실제 브라우저 화면·배포·결제·인증·모바일 동작 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05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다음 목표 | 재현성 → 완성도 → 운영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현재 상태를 기준으로 제안하는 향후 작업이며 완료 사항이 아닙니다.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01 개발 기반 복원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원본 src·package.json·잠금 파일 확보, 실행·빌드 명령 문서화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02 프런트엔드 보완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ID·가입 경로·메타데이터 수정, 모바일·키보드 조작 검증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03 실제 서비스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인증·주문·결제 API, 서버 가격 검증과 실패·로딩 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04 검증 확대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핵심 사용자 흐름 테스트와 실제 기기 QA 수행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05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시연 순서 | 화면 변화로 기술을 보여주기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현재 실행 환경에서 브라우저 검증을 완료하지 않았으므로 발표 전 확인이 필요합니다.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01 메인 → 아트테크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배너와 작품 목록 탐색 후 작품 상세로 이동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02 작품 상세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공간과 배경을 바꾸며 상태 기반 미리보기 설명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03 아트굿즈 상세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썸네일·기기·기종·수량 변경과 총액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04 범위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찜은 화면 상태, 로그인·구매는 시연 처리임을 안내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BE6D48"/>
                </a:solidFill>
                <a:latin typeface="Noto Sans CJK KR"/>
              </a:defRPr>
            </a:pPr>
            <a:r>
              <a:t>OPEN GALLERY / APPENDIX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68096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17332D"/>
                </a:solidFill>
                <a:latin typeface="Noto Sans CJK KR"/>
              </a:defRPr>
            </a:pPr>
            <a:r>
              <a:t>자료와 분석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8132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85F"/>
                </a:solidFill>
                <a:latin typeface="Noto Sans CJK KR"/>
              </a:defRPr>
            </a:pPr>
            <a:r>
              <a:t>문서 구성은 첨부 자료를, 사이트 기술 사실은 저장소 코드를 기준으로 작성했습니다.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240280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36829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참고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395728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senior-helper (1).pdf — 26쪽; 기획·구조·코드 해설·검증 구성 참고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72384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분석 기준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27832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Min8309/Min8309.github.io · 5b25031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04488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403250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주요 파일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59936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index.html / asset-manifest.json / static/js/main.e1ecce0f.js / CSS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736592"/>
            <a:ext cx="1115568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864607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BE6D48"/>
                </a:solidFill>
                <a:latin typeface="Noto Sans CJK KR"/>
              </a:defRPr>
            </a:pPr>
            <a:r>
              <a:t>코드 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920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7332D"/>
                </a:solidFill>
                <a:latin typeface="Noto Sans CJK KR"/>
              </a:defRPr>
            </a:pPr>
            <a:r>
              <a:t>예제 변수명·JSX는 동작 재구성; 개발 원본 경로·줄 번호는 추정하지 않음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18504"/>
            <a:ext cx="11155680" cy="13716"/>
          </a:xfrm>
          <a:prstGeom prst="rect">
            <a:avLst/>
          </a:prstGeom>
          <a:solidFill>
            <a:srgbClr val="DADF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64808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2685F"/>
                </a:solidFill>
                <a:latin typeface="Noto Sans CJK KR"/>
              </a:defRPr>
            </a:pPr>
            <a:r>
              <a:t>오픈갤러리 · 핵심 기술과 코드 구현 · 2026.10.20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E6D48"/>
                </a:solidFill>
                <a:latin typeface="Noto Sans CJK K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